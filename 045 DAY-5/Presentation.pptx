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7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0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4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4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6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2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22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8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B2D09-62D7-4795-B552-1294089BE292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EC2AE-41A8-4E99-BC05-65551220C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0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52"/>
            <a:ext cx="12192000" cy="68580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glow>
              <a:srgbClr val="FF0000">
                <a:alpha val="40000"/>
              </a:srgbClr>
            </a:glow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590203" y="340823"/>
            <a:ext cx="2419004" cy="1122218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554642" y="340823"/>
            <a:ext cx="2419004" cy="1122218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9449492" y="340823"/>
            <a:ext cx="2419004" cy="1122218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519082" y="340823"/>
            <a:ext cx="2419004" cy="1122218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26472" y="1695795"/>
            <a:ext cx="2926080" cy="2294313"/>
          </a:xfrm>
          <a:prstGeom prst="round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7121236" y="1695794"/>
            <a:ext cx="2926080" cy="2294313"/>
          </a:xfrm>
          <a:prstGeom prst="round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843943" y="1695795"/>
            <a:ext cx="2926080" cy="2294313"/>
          </a:xfrm>
          <a:prstGeom prst="round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5442" y="4222860"/>
            <a:ext cx="9520844" cy="2344194"/>
          </a:xfrm>
          <a:prstGeom prst="round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38707" y="1753986"/>
            <a:ext cx="1429789" cy="4688378"/>
          </a:xfrm>
          <a:prstGeom prst="rect">
            <a:avLst/>
          </a:prstGeom>
          <a:noFill/>
          <a:effectLst>
            <a:glow rad="63500">
              <a:srgbClr val="FF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2026-01-23T05:42:45Z</dcterms:created>
  <dcterms:modified xsi:type="dcterms:W3CDTF">2026-01-23T10:25:37Z</dcterms:modified>
</cp:coreProperties>
</file>